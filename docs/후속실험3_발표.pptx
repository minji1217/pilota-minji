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-0.4976</c:v>
                </c:pt>
                <c:pt idx="1">
                  <c:v>-0.2177</c:v>
                </c:pt>
                <c:pt idx="2">
                  <c:v>0.0065</c:v>
                </c:pt>
                <c:pt idx="3">
                  <c:v>0.1062</c:v>
                </c:pt>
                <c:pt idx="4">
                  <c:v>0.1356</c:v>
                </c:pt>
                <c:pt idx="5">
                  <c:v>0.143</c:v>
                </c:pt>
                <c:pt idx="6">
                  <c:v>0.1464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-0.1055</c:v>
                </c:pt>
                <c:pt idx="1">
                  <c:v>0.1039</c:v>
                </c:pt>
                <c:pt idx="2">
                  <c:v>0.2561</c:v>
                </c:pt>
                <c:pt idx="3">
                  <c:v>0.3612</c:v>
                </c:pt>
                <c:pt idx="4">
                  <c:v>0.4271</c:v>
                </c:pt>
                <c:pt idx="5">
                  <c:v>0.4731</c:v>
                </c:pt>
                <c:pt idx="6">
                  <c:v>0.5008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0.4229</c:v>
                </c:pt>
                <c:pt idx="1">
                  <c:v>0.1946</c:v>
                </c:pt>
                <c:pt idx="2">
                  <c:v>0.0997</c:v>
                </c:pt>
                <c:pt idx="3">
                  <c:v>0.1103</c:v>
                </c:pt>
                <c:pt idx="4">
                  <c:v>0.1327</c:v>
                </c:pt>
                <c:pt idx="5">
                  <c:v>0.1414</c:v>
                </c:pt>
                <c:pt idx="6">
                  <c:v>0.1443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0.1933</c:v>
                </c:pt>
                <c:pt idx="1">
                  <c:v>0.1865</c:v>
                </c:pt>
                <c:pt idx="2">
                  <c:v>0.2493</c:v>
                </c:pt>
                <c:pt idx="3">
                  <c:v>0.333</c:v>
                </c:pt>
                <c:pt idx="4">
                  <c:v>0.3999</c:v>
                </c:pt>
                <c:pt idx="5">
                  <c:v>0.4512</c:v>
                </c:pt>
                <c:pt idx="6">
                  <c:v>0.4896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액상화만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 격자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곳이 c_LS ≈ 0.99, MSE 최소도 c_LS = 1.0이다. A fixed의 편향 +0.006 / MSE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≈ 0.62에서 편향이 0을 지난다. 액상화 감수성이 충적층을 따라 공간적으로 상관돼 유효 칸 수가 명목보다 적다는 뜻이다. 두 hazard가 서로 다른 c를 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 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0312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579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40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944368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218688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7355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1089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255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5993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334256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38912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43708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5449824"/>
            <a:ext cx="420624" cy="420624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50468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49점+ · ④ 결과를 보고 추가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0.5~2.0 격자로 돌려 최적값을 찾는다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우리가 만든 G·H·I     초록: 요청으로 추가한 J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B·C·D·J는 b 범위가 [−20, 20]이고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 — 유도값 1이 정말 맞나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c를 0.5 / 1 / 2 세 점으로만 봤다. 그 사이와 바깥을 직접 돌려 편향이 0을 지나는 c를 찾는다. AreaPrior(mode="grid")로 c_LS와 c_LQ를 직접 지정하고 a=1, b=0은 고정하므로 prior에서 학습하는 값이 0개다 — 순수하게 c만 다른 실험이다.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followup3-area-sweep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거친 격자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c_LS × c_LQ ∈ {0.5, 0.75, 1.0, 1.25, 1.5, 1.75, 2.0}  =  49점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미세 격자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최적점 주변 0.05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prior 파라미터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격자점 (1.0, 1.0)이 조건 A와 완전히 일치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663440"/>
            <a:ext cx="5394960" cy="1645920"/>
          </a:xfrm>
          <a:prstGeom prst="roundRect">
            <a:avLst>
              <a:gd name="adj" fmla="val 333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846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9379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c를 0.5~2.0으로 바꿔도 다른 쪽 편향은 0.004 안에서만 움직인다.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c_LS와 c_LQ를 따로 골라도 된다는 뜻이고, 실제로 두 값이 크게 다르게 나왔다.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663440"/>
            <a:ext cx="5394960" cy="1645920"/>
          </a:xfrm>
          <a:prstGeom prst="roundRect">
            <a:avLst>
              <a:gd name="adj" fmla="val 3333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846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재학습이 필요한가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9379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쓰이지만 c는 prior를 바꾸므로 posterior가 달라진다. 그래서 c마다 회귀 44개를 새로 적합한다.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 14초, 49점에 12분이다.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산사태는 c = 1, 액상화는 c = 0.62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0.5부터 2.0까지 직접 돌린 결과다. 편향이 0을 지나는 자리가 두 hazard에서 크게 다르다.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0이 정답.  가로축 c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 LS 0.1344 / LQ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— 유도값이 맞는다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c_LS ≈ 0.99, MSE 최소 c_LS = 1.0 (0.0997). “칸끼리 독립” 가정이 성립한다.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— 낮춰야 한다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c_LQ ≈ 0.62, MSE 최소 0.625 (0.1765). 감수성이 충적층을 따라 상관돼 유효 칸 수가 적다.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④·⑤를 결합하지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A~J는 전부 기본 규칙 125행으로만 채점했다. predictions_*.csv에 418행 전부의 예측이 있으므로 재학습 없이 재채점만 하면 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1.0, c_LQ ≈ 0.62 를 정식 조건으로 안 돌렸다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 격자 위의 점으로만 확인했다. 브랜치를 만들어 정식 조건으로 올려야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 c_LS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 ≈ 유도값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2026-09-16T17:11:35Z</dcterms:created>
  <dcterms:modified xsi:type="dcterms:W3CDTF">2026-09-16T17:11:35Z</dcterms:modified>
</cp:coreProperties>
</file>