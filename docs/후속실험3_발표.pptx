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0.8883</c:v>
                </c:pt>
                <c:pt idx="1">
                  <c:v>0.8883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2C7A5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0.8474</c:v>
                </c:pt>
                <c:pt idx="1">
                  <c:v>0.8481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7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0.7969</c:v>
                </c:pt>
                <c:pt idx="1">
                  <c:v>0.7969</c:v>
                </c:pt>
                <c:pt idx="2">
                  <c:v>0.7969</c:v>
                </c:pt>
                <c:pt idx="3">
                  <c:v>0.8883</c:v>
                </c:pt>
                <c:pt idx="4">
                  <c:v>0.8883</c:v>
                </c:pt>
                <c:pt idx="5">
                  <c:v>0.84</c:v>
                </c:pt>
                <c:pt idx="6">
                  <c:v>0.84</c:v>
                </c:pt>
                <c:pt idx="7">
                  <c:v>0.8163</c:v>
                </c:pt>
                <c:pt idx="8">
                  <c:v>0.7969</c:v>
                </c:pt>
                <c:pt idx="9">
                  <c:v>0.8163</c:v>
                </c:pt>
                <c:pt idx="10">
                  <c:v>0.8679</c:v>
                </c:pt>
                <c:pt idx="11">
                  <c:v>0.84</c:v>
                </c:pt>
                <c:pt idx="12">
                  <c:v>0.84</c:v>
                </c:pt>
                <c:pt idx="13">
                  <c:v>0.84</c:v>
                </c:pt>
                <c:pt idx="14">
                  <c:v>0.84</c:v>
                </c:pt>
                <c:pt idx="15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0.7348</c:v>
                </c:pt>
                <c:pt idx="1">
                  <c:v>0.7635</c:v>
                </c:pt>
                <c:pt idx="2">
                  <c:v>0.7506</c:v>
                </c:pt>
                <c:pt idx="3">
                  <c:v>0.8474</c:v>
                </c:pt>
                <c:pt idx="4">
                  <c:v>0.8481</c:v>
                </c:pt>
                <c:pt idx="5">
                  <c:v>0.855</c:v>
                </c:pt>
                <c:pt idx="6">
                  <c:v>0.8204</c:v>
                </c:pt>
                <c:pt idx="7">
                  <c:v>0.8031</c:v>
                </c:pt>
                <c:pt idx="8">
                  <c:v>0.771</c:v>
                </c:pt>
                <c:pt idx="9">
                  <c:v>0.7915</c:v>
                </c:pt>
                <c:pt idx="10">
                  <c:v>0.8658</c:v>
                </c:pt>
                <c:pt idx="11">
                  <c:v>0.855</c:v>
                </c:pt>
                <c:pt idx="12">
                  <c:v>0.8507</c:v>
                </c:pt>
                <c:pt idx="13">
                  <c:v>0.855</c:v>
                </c:pt>
                <c:pt idx="14">
                  <c:v>0.8235</c:v>
                </c:pt>
                <c:pt idx="15">
                  <c:v>0.855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  <c:pt idx="15">
                  <c:v>0.7702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  <c:pt idx="15">
                  <c:v>0.7902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편향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-0.308</c:v>
                </c:pt>
                <c:pt idx="1">
                  <c:v>-0.21</c:v>
                </c:pt>
                <c:pt idx="2">
                  <c:v>-0.211</c:v>
                </c:pt>
                <c:pt idx="3">
                  <c:v>0.151</c:v>
                </c:pt>
                <c:pt idx="4">
                  <c:v>0.148</c:v>
                </c:pt>
                <c:pt idx="5">
                  <c:v>0.006</c:v>
                </c:pt>
                <c:pt idx="6">
                  <c:v>-0.27</c:v>
                </c:pt>
                <c:pt idx="7">
                  <c:v>-0.269</c:v>
                </c:pt>
                <c:pt idx="8">
                  <c:v>-0.192</c:v>
                </c:pt>
                <c:pt idx="9">
                  <c:v>-0.494</c:v>
                </c:pt>
                <c:pt idx="10">
                  <c:v>0.146</c:v>
                </c:pt>
                <c:pt idx="11">
                  <c:v>0.008</c:v>
                </c:pt>
                <c:pt idx="12">
                  <c:v>0.007</c:v>
                </c:pt>
                <c:pt idx="13">
                  <c:v>0.008</c:v>
                </c:pt>
                <c:pt idx="14">
                  <c:v>-0.273</c:v>
                </c:pt>
                <c:pt idx="15">
                  <c:v>0.007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-0.18</c:v>
                </c:pt>
                <c:pt idx="1">
                  <c:v>-0.204</c:v>
                </c:pt>
                <c:pt idx="2">
                  <c:v>-0.204</c:v>
                </c:pt>
                <c:pt idx="3">
                  <c:v>-0.204</c:v>
                </c:pt>
                <c:pt idx="4">
                  <c:v>-0.204</c:v>
                </c:pt>
                <c:pt idx="5">
                  <c:v>0.256</c:v>
                </c:pt>
                <c:pt idx="6">
                  <c:v>-0.229</c:v>
                </c:pt>
                <c:pt idx="7">
                  <c:v>-0.214</c:v>
                </c:pt>
                <c:pt idx="8">
                  <c:v>-0.208</c:v>
                </c:pt>
                <c:pt idx="9">
                  <c:v>-0.103</c:v>
                </c:pt>
                <c:pt idx="10">
                  <c:v>0.501</c:v>
                </c:pt>
                <c:pt idx="11">
                  <c:v>-0.106</c:v>
                </c:pt>
                <c:pt idx="12">
                  <c:v>0.104</c:v>
                </c:pt>
                <c:pt idx="13">
                  <c:v>-0.166</c:v>
                </c:pt>
                <c:pt idx="14">
                  <c:v>-0.192</c:v>
                </c:pt>
                <c:pt idx="15">
                  <c:v>0.002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0.84</c:v>
                </c:pt>
                <c:pt idx="1">
                  <c:v>0.84</c:v>
                </c:pt>
                <c:pt idx="2">
                  <c:v>0.8163</c:v>
                </c:pt>
                <c:pt idx="3">
                  <c:v>0.7969</c:v>
                </c:pt>
                <c:pt idx="4">
                  <c:v>0.8163</c:v>
                </c:pt>
                <c:pt idx="5">
                  <c:v>0.8679</c:v>
                </c:pt>
                <c:pt idx="6">
                  <c:v>0.84</c:v>
                </c:pt>
                <c:pt idx="7">
                  <c:v>0.84</c:v>
                </c:pt>
                <c:pt idx="8">
                  <c:v>0.84</c:v>
                </c:pt>
                <c:pt idx="9">
                  <c:v>0.84</c:v>
                </c:pt>
                <c:pt idx="10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0.855</c:v>
                </c:pt>
                <c:pt idx="1">
                  <c:v>0.8204</c:v>
                </c:pt>
                <c:pt idx="2">
                  <c:v>0.8031</c:v>
                </c:pt>
                <c:pt idx="3">
                  <c:v>0.771</c:v>
                </c:pt>
                <c:pt idx="4">
                  <c:v>0.7915</c:v>
                </c:pt>
                <c:pt idx="5">
                  <c:v>0.8658</c:v>
                </c:pt>
                <c:pt idx="6">
                  <c:v>0.855</c:v>
                </c:pt>
                <c:pt idx="7">
                  <c:v>0.8507</c:v>
                </c:pt>
                <c:pt idx="8">
                  <c:v>0.855</c:v>
                </c:pt>
                <c:pt idx="9">
                  <c:v>0.8235</c:v>
                </c:pt>
                <c:pt idx="10">
                  <c:v>0.855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0.8703</c:v>
                </c:pt>
                <c:pt idx="1">
                  <c:v>0.8703</c:v>
                </c:pt>
                <c:pt idx="2">
                  <c:v>0.8889</c:v>
                </c:pt>
                <c:pt idx="3">
                  <c:v>0.8882</c:v>
                </c:pt>
                <c:pt idx="4">
                  <c:v>0.8891</c:v>
                </c:pt>
                <c:pt idx="5">
                  <c:v>0.8105</c:v>
                </c:pt>
                <c:pt idx="6">
                  <c:v>0.8703</c:v>
                </c:pt>
                <c:pt idx="7">
                  <c:v>0.8703</c:v>
                </c:pt>
                <c:pt idx="8">
                  <c:v>0.8703</c:v>
                </c:pt>
                <c:pt idx="9">
                  <c:v>0.8703</c:v>
                </c:pt>
                <c:pt idx="10">
                  <c:v>0.8703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0.8541</c:v>
                </c:pt>
                <c:pt idx="1">
                  <c:v>0.8389</c:v>
                </c:pt>
                <c:pt idx="2">
                  <c:v>0.8812</c:v>
                </c:pt>
                <c:pt idx="3">
                  <c:v>0.8599</c:v>
                </c:pt>
                <c:pt idx="4">
                  <c:v>0.8419</c:v>
                </c:pt>
                <c:pt idx="5">
                  <c:v>0.813</c:v>
                </c:pt>
                <c:pt idx="6">
                  <c:v>0.8577</c:v>
                </c:pt>
                <c:pt idx="7">
                  <c:v>0.8536</c:v>
                </c:pt>
                <c:pt idx="8">
                  <c:v>0.8585</c:v>
                </c:pt>
                <c:pt idx="9">
                  <c:v>0.8391</c:v>
                </c:pt>
                <c:pt idx="10">
                  <c:v>0.8559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08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산사태에서는 맞았다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977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항을 유도한 대로 두었을 때(a=1, b=0, c=1) 산사태 예측 편향이 +0.006이다.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c를 0.62로 낮춰야 한다 — 두 hazard가 서로 다른 c를 원한다.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52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음성 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7424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평가 행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결론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47472" cy="34747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830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 산사태에서 정확히 맞는다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3911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바꿔 본 세 조건이 c = 1을 가리킨다. E(c=0.5) 편향 −0.494 · A(c=1) +0.006 · F(c=2) +0.146. A는 MSE도 0.0998로 기저확률 0.1344를 크게 밑돈다. “격자 칸끼리 독립” 가정이 산사태에서는 성립한다.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907792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95351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620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 를 0.62로 낮춰야 한다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09544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A(c_LQ=1.0) 편향 +0.256 → G(0.5) −0.106 → H(0.75) +0.104. 부호가 반대니 사이에 0이 있고, 선형보간하면 0.626이다. 실제로 0.62를 돌린 것이 K로 편향 +0.002 — 두 hazard 모두 0.007 안에 드는 유일한 조건이다.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78224"/>
            <a:ext cx="347472" cy="347472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12394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학습하면 오히려 나빠진다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379976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b·a를 학습하는 B·C·J가 편향 −0.27, MSE 0.21~0.26으로 최악이다. prior의 자유도를 늘리는 것이 답이 아니다.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248656"/>
            <a:ext cx="347472" cy="347472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529437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029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데이터의 기여는 판정할 수 없다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55040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보탠양이 +0.011~+0.015로 양수지만, 부트스트랩 95% 구간이 [−0.041, +0.073]으로 0을 포함한다. LS 평가에 음성이 20행뿐이기 때문이다.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조건이 똑같이 따르는 학습 설정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사이에서 실제로 달라지는 것은 prior 식의 a · b · c 몇 개뿐이다. 나머지는 전부 같다.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epoch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optimizer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· lr 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λ_γ (gamma L2)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회귀·likelihood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44개 — 모든 조건에서 학습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prior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조건마다 0~6개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2048256"/>
            <a:ext cx="5303520" cy="2560320"/>
          </a:xfrm>
          <a:prstGeom prst="roundRect">
            <a:avLst>
              <a:gd name="adj" fmla="val 214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2311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정답(GT)은 학습에 전혀 쓰지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578608"/>
            <a:ext cx="475488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train()이 받는 것은 피해 통계와 USGS prior뿐이다. 정답은 학습이 끝난 뒤 evaluate()에서만 쓰인다.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정답 규칙을 바꿔도 모델은 한 줄도 바뀌지 않고 채점만 바뀐다. 같은 시험지를 다시 채점하는 것이지 시험을 다시 보는 것이 아니다.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통계 XLSX  +  USGS prior XLSX   →   train()   →   posterior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/ LF 정답 XLSX   →   evaluate()   ← 여기서만 쓰인다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조건마다 브랜치가 다르다. 면적 항 조건은 prior.py / loader.py 자체가 다르기 때문에 한 checkout에서 전부 돌 수 없고, run_followup3.py가 조건별로 git worktree를 띄운다.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 규칙 — 여기서 결론이 갈린다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NA는 “없었다”가 아니라 “모른다”다. 정답지가 0과 NA를 의도적으로 갈라 놓았다.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2651760"/>
                <a:gridCol w="137160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&gt;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=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② 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ls_type ∈ {자연, 혼재}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 전부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(인공·불명·빈칸·NA)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(4·5번)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jshis_flag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과 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구마모토·훗카이도·노토반도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lq_flag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 6개 이벤트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LS의 NA를 빼나 — 정답지가 그렇게 적었다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= 0 :「조사표에 행이 있고 산사태 칸만 비었다 = 調査対象이고 0」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:「調査の有無自体を確認できずNA」「항공사진 판독범위 밖」「신고 기반이라 산지 내부를 못 잡을 수 있어 NA」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적힌 NA 149행 중 “확인 결과 없었다”는 행은 하나도 없다.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③만 제외가 없나 — 질문이 다르다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묻는 것은 “이 시정촌에서 자연사면 붕괴가 확인되었는가”다.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질문에는 인공만 무너졌든, 종별을 모르든, 기록이 아예 없든 답이 모두 “아니오”다.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반면 기본 규칙의 “산사태가 있었는가”에는 답을 모르는 행이 실제로 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집합과 지표</a:t>
            </a:r>
            <a:endParaRPr lang="en-US" sz="2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85800"/>
                <a:gridCol w="685800"/>
                <a:gridCol w="685800"/>
                <a:gridCol w="777240"/>
                <a:gridCol w="685800"/>
                <a:gridCol w="77724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2304288" y="179222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· MSE 기준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138928" y="17922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AUC 기준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589520" y="1783080"/>
            <a:ext cx="4023360" cy="1801368"/>
          </a:xfrm>
          <a:prstGeom prst="roundRect">
            <a:avLst>
              <a:gd name="adj" fmla="val 3046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1965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같은 실험인데 행 수가 둘이다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313432"/>
            <a:ext cx="34747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AUC는 양성·음성이 둘 다 있는 이벤트만 쓴다 — 한쪽만 있으면 줄 세울 상대가 없어 계산이 안 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기본은 9개 이벤트 중 4개가 양성뿐이라 42행(전부 양성)이 AUC에서 빠져 83행만 남는다. 편향·MSE는 평균이라 125행을 다 쓴다.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9136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39136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이벤트마다 AUC를 재고 그 이벤트의 평가 행 수로 가중평균한다. 이벤트를 섞는 pooled AUC는 다른 지진 사이의 쌍까지 채점해 의미가 없다.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370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87168" y="43708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p̄ 단독. 면적 항도 학습도 거치지 않은 값.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8280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487168" y="48280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조건의 prior sigmoid(z) 단독. 면적 항과 학습된 a·b·c가 들어 있고 피해 데이터만 안 거쳤다.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2852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면적항 기여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487168" y="52852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 − 원값 prior. 면적 항이 prior 순위에 보탠 양.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424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487168" y="57424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− 자기 prior. 피해 데이터가 보탠 양. 음수면 오히려 깎았다는 뜻.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1996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487168" y="61996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정답. 양수면 과대예측.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갈래 16개 조건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42316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47802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231343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679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· 교수님 지시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36208" y="24414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상한을 4 / 10으로 넓혀 안쪽에서 멈추는지 본다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38328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749040"/>
            <a:ext cx="420624" cy="42062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8039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3639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4005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교수님 지시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37673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모델을 그대로 두고 LS 정답만 자연사면으로 좁힌다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5074920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51297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49651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35608" y="5330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11개 · A~F 지시 / G~K 추가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50932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a·log p̄ + b + c·log k 의 a·b·c를 어떻게 다룰지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데이터 · 같은 seed · lam_gamma = 10.  정답은 학습에 쓰지 않으므로 ③은 학습을 다시 하지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상한을 넓히면 안쪽에서 멈추는가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식은  z = a · logit(p̄) + b  하나뿐이다(면적 항 없음). a는 USGS 값을 얼마나 믿을지(기울기), b는 확률 수준을 위아래로 옮기는 값(높이)이고, a ∈ [0.5, 2]다.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651760"/>
                <a:gridCol w="914400"/>
                <a:gridCol w="1051560"/>
                <a:gridCol w="13258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followup1-1-wood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followup2-1-wood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 집계만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답: 안 멈춘다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b_LS가 상한 4에서 3.954, 상한 10에서 9.523으로 둘 다 끝에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것이 아니라 잘린 것이다.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B에서 다시 보면 이 조건들은 편향이 −0.21 ~ −0.31로 확률을 크게 과소예측한다. b를 키우는 방향 자체가 틀렸다.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vs 6번의 차이는 하나뿐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시정촌 안 격자들의 평균으로 집계하느냐, 최대로 집계하느냐.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최대집계가 LQ prior AUC를 0.7154 → 0.8372로 크게 올린다. 그런데 posterior는 0.775에 그쳐 −0.062로 오히려 깎는다 — 좋아진 prior를 모델이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재평가 — 학습을 다시 하지 않는다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사전모형(Nowicki Jessee 2018)이 설명하는 것은 자연사면의 붕괴다. 그런데 정답의 양성에는 성토·옹벽·법면 같은 인공사면 붕괴가 섞여 있다. 모형이 원리적으로 맞힐 수 없는 사건까지 양성으로 세고 있는 셈이라, 자연·혼재만 양성으로 두고 다시 채점한다.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931920"/>
                <a:gridCol w="32918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  (2번과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  (3번과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브랜치를 따로 만들지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학습이 정답을 전혀 쓰지 않으므로 같은 seed면 모델이 완전히 같다. 2·3번 브랜치에서 --gt-variant natmix 옵션만 켜고 결과 파일 이름으로 구분한다.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평가가 넓어진다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125행(양성률 84%) → 418행(양성률 18.4%). 제외하는 행이 없기 때문이다. 음성이 20행 → 341행이 되어 AUC가 훨씬 안정된다.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66928" y="5029200"/>
          <a:ext cx="5394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236208" y="50292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10528" y="5212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여기서도 posterior가 prior를 못 넘는다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651052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−0.041 / −0.040. LS MSE는 0.1404 / 0.1371로 기저확률 0.1503을 밑돌아 눈금은 괜찮다. 편향은 +0.15로 과대예측이 남는다.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A~J — 무엇을 왜 넣었나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0240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“발생 확률”이 아니라 “격자 한 칸 중 덮이는 면적 비율”이다. 넓은 시정촌일수록 한 곳이라도 무너질 확률이 높다. 칸이 독립이면 λ = p̄ × k 이고 P(하나라도) = 1 − exp(−λ). 포화를 피해 순위가 같은 log λ = log p̄ + log k 를 쓴다 — 그래서 a=1, b=0, c=1 이 유도식 그대로이고, 면적 항이 있는 조건만 logit이 아니라 log를 쓴다.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700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7472"/>
                <a:gridCol w="914400"/>
                <a:gridCol w="1691640"/>
                <a:gridCol w="658368"/>
                <a:gridCol w="749808"/>
                <a:gridCol w="658368"/>
                <a:gridCol w="658368"/>
                <a:gridCol w="658368"/>
                <a:gridCol w="658368"/>
                <a:gridCol w="530352"/>
                <a:gridCol w="2990088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 followup3-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 — 기준점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→4.91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USGS와 같게 묶고 크기만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절반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c만 데이터가 고른다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→5.53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→2.69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유도식대로, 확률 높이만 보정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lq-c062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avg-lq-c062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G·H가 친 괄호 사이를 찍어 눈금을 맞춘다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USGS를 얼마나 믿을지(기울기)     b = 확률 높이     c = 면적을 얼마나 반영할지     ‘학습’은 prior의 a·b·c 중 학습하는 개수 (회귀 44개는 늘 학습)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가 붙은 값은 고정값이 아니라 학습 결과다.  범위는 a ∈ [0.5, 2] · b ∈ [−20, 20] · c ∈ [0, 2].  예: I 는 “c_LQ 를 [0,2]에서 학습” 이 설계이고 0.43 은 돌려서 나온 답이다.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만든 G·H·I     초록: 요청으로 추가한 J     파랑: G·H 결과로 확정한 K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B·C·D·J만 log k를 평균 중심화한다(m = LS 8.042 / LQ 6.656). b=0 고정 조건은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· H · I · J 는 왜 그 값으로 정했나 — 그리고 K 로 끝난다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A~F를 돌리고 나서 관찰된 것: 같은 c = 1 인데 두 hazard의 눈금이 정반대로 어긋난다.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210312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0.5  (E)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1.0  (A)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2.0  (F)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산사태 LS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무너짐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  거의 완벽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LQ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  크게 과대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127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hazard가 서로 다른 c를 원한다.  LS는 유도값 1을 건드리지 말고, LQ만 내려 보자.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66928" y="3648456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36850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3611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0.5 고정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401568" y="361188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E에서 이미 확인된 반대쪽 값. LQ 편향이 −0.103으로 부호가 뒤집히는 지점을 그대로 가져왔다.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4361688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398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43251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0.75 고정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01568" y="4325112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관찰값 두 개(0.5 → −0.103, 1.0 → +0.256)로 편향 0 교차점을 선형 추정하면 0.643이다. 0.25 간격 격자에서 그 위쪽 점을 잡았다.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5074920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66928" y="511149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50383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만 학습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401568" y="503834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말고 우도가 고르게 둔다. c ∈ [0, 2]에서 학습해 0.434로 수렴했다.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788152"/>
            <a:ext cx="310896" cy="310896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582472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" y="5751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만 학습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401568" y="5751576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건드리면 순위까지 같이 움직인다. b는 z에 더해지는 상수라 hazard 안에서 순위를 전혀 바꾸지 않고 확률 높이만 옮긴다 — 눈금을 고치는 올바른 손잡이는 c가 아니라 b라는 가설.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5508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G(0.5) −0.106 과 H(0.75) +0.104 는 부호가 반대다 — 사이에 0 이 있다.  선형보간하면 0.5 + 0.25×0.106/(0.106+0.104) = 0.626,  실제로 0.62 를 돌린 것이 K 로 편향 +0.002 다.  I 가 학습한 0.434 는 −0.166 으로 아래로 지나쳤다 — 우도에 맡기면 눈금이 맞는 자리로 가지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대부분의 조건이 왜 b 를 0 으로 못박았나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 +  b  +  c · log k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는 모든 행에 똑같이 더해지는 상수다. hazard 안에서 순위를 전혀 바꾸지 않고 확률 높이만 통째로 올린다 — 즉 “눈금”만 만지는 손잡이다.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46888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유도식에 b 자리가 없다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1635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λ = p̄ × k 에서 log λ = log p̄ + log k 가 나온다. 여기에 b 는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≠ 0 은 유도에서 나온 값이 아니라 우리가 덧붙이는 자유 손잡이다.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12464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389534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 를 학습시키면 눈금이 오히려 망가진다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42428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b 를 학습하는 B · C · D · J 의 LS 편향은 −0.19 ~ −0.27 로 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인 A · G · H · I 는 +0.006 ~ +0.008 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정답은 학습에 안 들어가므로(규칙 ①) b 를 눈금 쪽으로 당기는 힘이 없다. b 는 피해 건수 우도만 보고 움직인다.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5138928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532180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 가 자유로우면 c 를 잴 수 없다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56692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· log k 에서 log k 는 평균 6.656 · 표준편차 1.202 다. c 를 움직이면 전체가 같이 올라가는 몫이 퍼짐의 5.5배다.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c 도 거의 b 처럼 행동한다. 둘 다 자유면 “편향 0”을 만드는 (b, c) 짝이 무수히 많아 어느 쪽이 맞는지 가릴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0 에 박아야 편향이 c 를 가리키는 자가 된다 — E · F · G · H · I 가 그래서 전부 b = 0 이다.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547104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 가 바로 “b 가 올바른 손잡이인가”를 시험한 조건이었고, 편향 −0.273 으로 답은 아니오였다.  눈금을 고치려면 b 가 아니라 c 를 움직여야 한다.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길어야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— ①②④는 83행 · 5이벤트 / ③은 418행 · 9이벤트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가 넘는다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조건 모두 c_LS = 1 이고 b = 0 고정이다. 보탠양 +0.011 ~ +0.015.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다만 부트스트랩 95% 구간이 [−0.041, +0.073]으로 0을 포함한다. LS 평가에 음성이 20행뿐이라 AUC로는 판정할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F(c=2)는 prior가 0.868로 가장 높지만 편향 +0.146으로 눈금이 나쁘다 — 순위가 좋은 c와 눈금이 맞는 c가 다르다.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정답 규칙을 바꾸지 않았다. 평가 229행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— 182행 · 6이벤트 (양성만 있는 3이벤트 47행은 AUC 계산 불가)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보탠다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13개가 자기 prior를 넘는다(+0.003 ~ +0.040). J(b만 학습)가 0.8100 /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정반대 그림이다.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여기가 진짜 지표다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정답이고 양수면 과대예측이다. 음성이 20행뿐이라 AUC는 못 믿지만 편향과 MSE는 행 전체를 쓰므로 훨씬 안정적이다.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3620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6692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실제 양성률 0.840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23620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실제 양성률 0.476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는 LS 편향이 0.008 안이다.  b를 학습하는 B · C · J 는 −0.27 로 최악이고, E(c=0.5)는 −0.494 로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16개 조건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566928"/>
                <a:gridCol w="777240"/>
                <a:gridCol w="777240"/>
                <a:gridCol w="777240"/>
                <a:gridCol w="914400"/>
                <a:gridCol w="914400"/>
                <a:gridCol w="914400"/>
                <a:gridCol w="914400"/>
                <a:gridCol w="1005840"/>
                <a:gridCol w="914400"/>
                <a:gridCol w="969264"/>
              </a:tblGrid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c=0.62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= USGS p̄ 단독 · 자기 = 그 조건의 prior 단독 · 보탠양 = post − 자기.  MSE 기저확률: LS 0.1344 (4·5번은 0.1503) / LQ 0.2494.  초록 = LS 보탠양이 양수인 네 조건.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A~K 를 자연+혼재 정답으로도 채점했다 — 순위가 뒤집힌다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④의 열한 조건을 ③의 자연+혼재 정답(418행)으로 다시 채점했다. 모델은 한 줄도 바뀌지 않았고 채점 기준만 바꿨다. 그런데 좋은 조건과 나쁜 조건이 정확히 자리를 바꾼다.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868680"/>
                <a:gridCol w="868680"/>
                <a:gridCol w="868680"/>
                <a:gridCol w="868680"/>
                <a:gridCol w="868680"/>
                <a:gridCol w="868680"/>
                <a:gridCol w="4233672"/>
              </a:tblGrid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— 확률 높이를 낮출 수 있다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 영향이 작아 확률이 낮다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 — 높이를 못 바꾼다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c=0.62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면적을 두 배로 — 양쪽 다 과대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18541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(AUC 83행 · 편향 125행)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9145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(둘 다 418행)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3400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 = MSE가 그 기준의 기저확률보다 낮다 (기본 0.1344 / 자연+혼재 0.1503).  AUC는 가중평균.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고정 조건이 뒤집히는 이유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확률 높이가 묶여 있어 양성률 84%에는 맞지만 18.4%에는 +0.50 과대예측이 된다. b를 학습하는 C는 거기에 맞춰 내려간다.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052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의 1위는 추가된 음성 293행이 만든 것이다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125행에 라벨만 바꾸면 C의 prior도 0.816 → 0.746으로 떨어진다. 다음 장 참고.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가 올라간 것은 정답이 아니라 평가 집합 때문이다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자연+혼재로 바꾸면 prior AUC가 0.840 → 0.870으로 오른다. 그런데 이 변화에는 두 가지가 섞여 있다 — ① 양성을 자연사면으로 좁힌 것, ② NA 293행을 음성으로 집어넣어 행이 125 → 418로 늘어난 것. 아래에서 둘을 갈랐다.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— AUC 83행 · 5이벤트 · 양성률 75.9%</a:t>
            </a:r>
            <a:endParaRPr lang="en-US" sz="11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— AUC 418행 · 9이벤트 · 양성률 18.4%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66928" y="5431536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61441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125행에서 라벨만 바꿔 보면 prior 는 오히려 떨어진다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96188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기준 — 기본 0.8400  →  같은 125행에 자연+혼재 라벨만 0.7199  →  418행 전부 0.8703.  C도 0.8163 → 0.7458 → 0.8889 로 똑같은 모양이다. 즉 상승분은 전부 ②(음성 293행 추가)가 만든 것이고, ①(양성을 좁힌 것) 자체는 prior를 −0.12 나쁘게 만든다. “USGS가 자연사면 붕괴를 더 잘 맞힌다”는 해석은 근거가 없다.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1907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64592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평가가 편향 125행 · AUC 83행 · 음성 20행뿐이다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94767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판의 가장 큰 제약이다. NA 304행을 되살리려면 「조사 대상이었음이 확인되나 기록 없음」과 「조사 여부 불명」을 근거별로 갈라야 한다. location_note가 구조화되어 있어 149행은 분류 가능하고, 면적 시트 4개(155행)는 원자료를 다시 봐야 한다.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670048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59689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 는 확정하지 못했다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8986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c_LQ 는 G·H 가 부호로 괄호를 쳐서 0.62(K)로 확정했고 편향 +0.002 다. c_LS 는 그렇게 못 했다 — 편향으로는 1 근처가 맞는데(A +0.006) MSE 는 c_LS = 1.05 에서도 계속 내려간다. 두 기준이 어긋나 어느 쪽을 최적이라 부를 근거가 없어서 유도값 1 을 그대로 두었다. 최적 c 는 정답 규칙에도 크게 좌우된다(이전 판에서는 c_LS 가 0.62였다).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621024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54787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C·D 의 a_LS 가 상한에 붙었다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849624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1.977, D는 1.862로 범위 [0.5, 2.0]의 위쪽 끝이다. 찾은 값이 아니라 잘린 값일 수 있다. C를 “자연+혼재에서 유일하게 버티는 조건”으로 인용할 때 같이 말해야 한다.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57200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4988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006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λ = p̄·k 유도가 평균집계를 전제하므로 이론 정리가 먼저다.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522976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498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b를 학습하면 나빠지는지 모른다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51576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B·C·J의 편향이 −0.27이다. 양성률 84%짜리 좁은 집합에서 우도가 b를 어느 방향으로 끄는지 확인이 필요하다.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528816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run_followup3.py --data-dir .        정답 규칙은 loader.py에 있고 학습에는 쓰이지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판에서 무엇이 뒤집혔나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판은 LS 정답의 NA를 0으로 세었다(418행). 정답지 정의를 확인한 뒤 NA를 평가에서 빼는 원래 규칙으로 되돌렸고, 다음이 뒤집혔다. 모델은 하나도 바뀌지 않았다 — 채점만 바뀌었다.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판 (NA → 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(NA 평가 제외)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fixed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  (크게 과대예측)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 c=0.5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(무너짐)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(B·C·J)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 ~ +0.09  (양호)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  (최악)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15개 중 14개 음수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A·G·H·I 양수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418행 · 양성률 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125행 · 양성률 84.0%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56048"/>
            <a:ext cx="11064240" cy="1572768"/>
          </a:xfrm>
          <a:prstGeom prst="roundRect">
            <a:avLst>
              <a:gd name="adj" fmla="val 348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1389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크게 갈리나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486400"/>
            <a:ext cx="10515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304행은 대부분 산림 내부·판독 범위 밖처럼 prior가 어차피 낮게 매기는 곳이다. 그것을 전부 “정답 음성”으로 만들면 prior에 유리한 쉬운 문제가 293개 추가된다.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prior AUC가 0.797 → 0.878로 오르고, 확률을 크게 부풀리는 조건(c=1, A fixed)이 상대적으로 잘 맞아 보인다. 정답 정의 하나가 결론 전체를 좌우했다.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2026-09-17T05:33:12Z</dcterms:created>
  <dcterms:modified xsi:type="dcterms:W3CDTF">2026-09-17T05:33:12Z</dcterms:modified>
</cp:coreProperties>
</file>