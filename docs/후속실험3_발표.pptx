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-0.4976</c:v>
                </c:pt>
                <c:pt idx="1">
                  <c:v>-0.2177</c:v>
                </c:pt>
                <c:pt idx="2">
                  <c:v>0.0065</c:v>
                </c:pt>
                <c:pt idx="3">
                  <c:v>0.1062</c:v>
                </c:pt>
                <c:pt idx="4">
                  <c:v>0.1356</c:v>
                </c:pt>
                <c:pt idx="5">
                  <c:v>0.143</c:v>
                </c:pt>
                <c:pt idx="6">
                  <c:v>0.1464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-0.1055</c:v>
                </c:pt>
                <c:pt idx="1">
                  <c:v>0.1039</c:v>
                </c:pt>
                <c:pt idx="2">
                  <c:v>0.2561</c:v>
                </c:pt>
                <c:pt idx="3">
                  <c:v>0.3612</c:v>
                </c:pt>
                <c:pt idx="4">
                  <c:v>0.4271</c:v>
                </c:pt>
                <c:pt idx="5">
                  <c:v>0.4731</c:v>
                </c:pt>
                <c:pt idx="6">
                  <c:v>0.5008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0.4229</c:v>
                </c:pt>
                <c:pt idx="1">
                  <c:v>0.1946</c:v>
                </c:pt>
                <c:pt idx="2">
                  <c:v>0.0997</c:v>
                </c:pt>
                <c:pt idx="3">
                  <c:v>0.1103</c:v>
                </c:pt>
                <c:pt idx="4">
                  <c:v>0.1327</c:v>
                </c:pt>
                <c:pt idx="5">
                  <c:v>0.1414</c:v>
                </c:pt>
                <c:pt idx="6">
                  <c:v>0.1443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0.1933</c:v>
                </c:pt>
                <c:pt idx="1">
                  <c:v>0.1865</c:v>
                </c:pt>
                <c:pt idx="2">
                  <c:v>0.2493</c:v>
                </c:pt>
                <c:pt idx="3">
                  <c:v>0.333</c:v>
                </c:pt>
                <c:pt idx="4">
                  <c:v>0.3999</c:v>
                </c:pt>
                <c:pt idx="5">
                  <c:v>0.4512</c:v>
                </c:pt>
                <c:pt idx="6">
                  <c:v>0.4896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-0.1056</c:v>
                </c:pt>
                <c:pt idx="1">
                  <c:v>-0.06</c:v>
                </c:pt>
                <c:pt idx="2">
                  <c:v>-0.0156</c:v>
                </c:pt>
                <c:pt idx="3">
                  <c:v>0.0016</c:v>
                </c:pt>
                <c:pt idx="4">
                  <c:v>0.0267</c:v>
                </c:pt>
                <c:pt idx="5">
                  <c:v>0.0667</c:v>
                </c:pt>
                <c:pt idx="6">
                  <c:v>0.1041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조건 K</c:v>
                </c:pt>
              </c:strCache>
            </c:strRef>
          </c:tx>
          <c:spPr>
            <a:solidFill>
              <a:srgbClr val="2C7A5A"/>
            </a:solidFill>
            <a:ln w="38100" cap="flat">
              <a:solidFill>
                <a:srgbClr val="2C7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C7A5A"/>
              </a:solidFill>
              <a:ln w="9525" cap="flat">
                <a:solidFill>
                  <a:srgbClr val="2C7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0.0016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"/>
          <c:min val="-0.13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MSE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0.1929</c:v>
                </c:pt>
                <c:pt idx="1">
                  <c:v>0.1823</c:v>
                </c:pt>
                <c:pt idx="2">
                  <c:v>0.1771</c:v>
                </c:pt>
                <c:pt idx="3">
                  <c:v>0.1764</c:v>
                </c:pt>
                <c:pt idx="4">
                  <c:v>0.1767</c:v>
                </c:pt>
                <c:pt idx="5">
                  <c:v>0.1801</c:v>
                </c:pt>
                <c:pt idx="6">
                  <c:v>0.1868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조건 K</c:v>
                </c:pt>
              </c:strCache>
            </c:strRef>
          </c:tx>
          <c:spPr>
            <a:solidFill>
              <a:srgbClr val="2C7A5A"/>
            </a:solidFill>
            <a:ln w="38100" cap="flat">
              <a:solidFill>
                <a:srgbClr val="2C7A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C7A5A"/>
              </a:solidFill>
              <a:ln w="9525" cap="flat">
                <a:solidFill>
                  <a:srgbClr val="2C7A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0.55</c:v>
                  </c:pt>
                  <c:pt idx="2">
                    <c:v>0.60</c:v>
                  </c:pt>
                  <c:pt idx="3">
                    <c:v>0.62</c:v>
                  </c:pt>
                  <c:pt idx="4">
                    <c:v>0.65</c:v>
                  </c:pt>
                  <c:pt idx="5">
                    <c:v>0.70</c:v>
                  </c:pt>
                  <c:pt idx="6">
                    <c:v>0.75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0.1764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  <c:min val="0.17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액상화만 c를 0.62로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스윕 격자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곳이 c_LS ≈ 0.99, MSE 최소도 c_LS = 1.0이다. A fixed의 편향 +0.006 / MSE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0.62로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≈ 0.62에서 편향이 0을 지난다. 액상화 감수성이 충적층을 따라 공간적으로 상관돼 유효 칸 수가 명목보다 적다는 뜻이다. 두 hazard가 서로 다른 c를 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 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0312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579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40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944368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218688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27355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1089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255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59936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334256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38912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224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43708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5449824"/>
            <a:ext cx="420624" cy="420624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50468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435608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49점+ · ④ 결과를 보고 추가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0.5~2.0 격자로 돌려 최적값을 찾는다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결과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avg-lq-c062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스윕이 찾아낸 최적점을 정식 조건으로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     파랑: ⑤ 스윕이 찾아낸 K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스윕이 나중에 실제 교차점을 c_LQ ≈ 0.618 로 확정했다.  G(0.5)와 H(0.75)가 정답을 사이에 두고 있었고, 선형 추정 0.643은 0.02 차이로 맞았다.  반면 I가 학습한 0.434는 아래로 지나쳤다.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스윕을 실제로 어떻게 돌렸나 — 여섯 단계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④에서 c를 0.5 / 1 / 2 세 점으로만 봤다. 그 사이가 비어 있으니 “유도값 1이 맞다”고 말할 근거가 약하다. 그래서 c를 직접 훑었다. 브랜치 followup3-area-sweep · tools/sweep_c.py.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224028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15798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손잡이를 하나만 남긴다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30168" y="2139696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AreaPrior에 mode="grid"를 새로 만들어 a = 1 · b = 0 을 못박고 c_LS · c_LQ 만 인자로 받게 했다. prior에서 학습하는 값이 0개다 — 결과가 달라지면 원인은 c 하나뿐이다.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916936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6265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42416" y="28803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격자를 정한다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862072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격자: c_LS × c_LQ ∈ {0.5, 0.75, 1.0, 1.25, 1.5, 1.75, 2.0} → 49점.  미세 격자: 거기서 읽은 최적점 둘레를 0.05 간격으로 → 16점.  모두 65점.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639312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6850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60273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점마다 처음부터 다시 학습한다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630168" y="3584448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c가 prior를 바꾸면 posterior도 바뀐다. 그래서 회귀·우도 44개 파라미터를 c마다 새로 적합한다(3000에폭, seed 0). 한 점에 14초, 65점에 15분.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440740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432511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점마다 네 숫자를 적는다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4306824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· MSE · 자기 prior AUC · posterior AUC. 행별 예측도 CSV로 남겨 뒀다 — 정답 규칙이 바뀌어도 재학습 없이 채점만 다시 할 수 있게.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084064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512978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504748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격자가 맞는지 먼저 검증한다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630168" y="5029200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격자점 (1.0, 1.0)은 조건 A와, (1.0, 0.5)는 G와, (1.0, 0.75)는 H와 같은 모형이어야 한다. 실제로 소수 넷째 자리까지 일치했다 — 그래야 나머지 점도 믿을 수 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806440"/>
            <a:ext cx="329184" cy="32918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85216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76986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자리를 읽는다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630168" y="5751576"/>
            <a:ext cx="8001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 ≈ 0.99, LQ는 c ≈ 0.618. MSE 최소도 같은 자리인지 확인한다(LS 1.0에서 0.0997 / LQ 0.625에서 0.1765). 그 값으로 정식 브랜치를 만들어 다시 돌린 것이 조건 K다.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492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hazard의 c는 서로 간섭하지 않는다 — 한쪽 c를 0.5~2.0으로 바꿔도 다른 쪽 편향은 0.004 안에서만 움직인다. 그래서 c_LS와 c_LQ를 따로 골라도 된다.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실험은 왜 b 를 0 으로 못박았나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 +  b  +  c · log k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는 모든 행에 똑같이 더해지는 상수다. hazard 안에서 순위를 전혀 바꾸지 않고 확률 높이만 통째로 올린다 — 즉 “눈금”만 만지는 손잡이다.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4688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유도식에 b 자리가 없다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1635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p̄ × k 에서 log λ = log p̄ + log k 가 나온다. 여기에 b 는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≠ 0 은 유도에서 나온 값이 아니라 우리가 덧붙이는 자유 손잡이다.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1246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 를 학습시키면 눈금이 오히려 망가진다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2428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b 를 학습하는 B · C · D · J 의 LS 편향은 −0.19 ~ −0.27 로 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인 A · G · H · I · K 는 +0.002 ~ +0.008 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들어가므로(규칙 ①) b 를 눈금 쪽으로 당기는 힘이 없다. b 는 피해 건수 우도만 보고 움직인다.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138928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3218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 가 자유로우면 c 를 잴 수 없다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6692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· log k 에서 log k 는 평균 6.656 · 표준편차 1.202 다. c 를 움직이면 전체가 같이 올라가는 몫이 퍼짐의 5.5배다.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도 거의 b 처럼 행동한다. 둘 다 자유면 “편향 0”을 만드는 (b, c) 짝이 무수히 많아 c 가 특정되지 않는다.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0 에 박아야 편향이 c 를 가리키는 자가 된다.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5471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순서가 이렇게 됐다 —  J 가 “b 가 올바른 손잡이인가”를 실제로 시험했고, 편향 −0.273 으로 답은 아니오였다.  ⑤ 는 b 를 0 에 두고 c 만 움직인다.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편향을 실제로 어떻게 재고, 그걸로 무엇을 정하나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양성률은 정답이라 c와 무관하게 고정이다(LS 105/125 = 0.840, LQ 109/229 = 0.476). c를 바꾸면 모델이 내놓는 평균 예측확률만 움직인다. 그 둘의 차이가 편향이다.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097280"/>
                <a:gridCol w="1188720"/>
                <a:gridCol w="1371600"/>
                <a:gridCol w="109728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평균예측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실제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평균예측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실제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006840" y="2194560"/>
            <a:ext cx="2606040" cy="2651760"/>
          </a:xfrm>
          <a:prstGeom prst="roundRect">
            <a:avLst>
              <a:gd name="adj" fmla="val 210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281160" y="237744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가 커지면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2724912"/>
            <a:ext cx="20574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c·log k 항이 커져 z 가 커지고 sigmoid(z) 가 1 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가 클수록 모델이 “확률이 높다”고 말한다.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983480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= 0 인 c 를 고른다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51383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예측이 쓸모 있으려면 “30%라고 한 곳에서 실제로 30%쯤 일어나야” 한다. 평균부터 안 맞으면 그 확률을 숫자로 쓸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1.00 근처, LQ는 0.50과 0.75 사이에서 0을 지난다.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4983480"/>
            <a:ext cx="5394960" cy="1572768"/>
          </a:xfrm>
          <a:prstGeom prst="roundRect">
            <a:avLst>
              <a:gd name="adj" fmla="val 348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최소도 같은 자리인지 본다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551383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편향만 0이고 MSE가 나쁘면 “평균만 맞고 개별 예측은 엉망”일 수 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c=1.0에서 MSE 0.0997, LQ는 c=0.625에서 0.1765로 둘 다 같은 자리다 — 믿을 만하다.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62025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편향과 MSE는 평가 행 전체를 모아 한 번 계산한다(평균이므로).  AUC만 이벤트별로 재서 행 수로 가중평균한다.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산사태는 c = 1, 액상화는 c = 0.62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0.5부터 2.0까지 직접 돌린 결과다. 편향이 0을 지나는 자리가 두 hazard에서 크게 다르다.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0이 정답.  가로축 c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— 낮을수록 좋음.  기저확률 LS 0.1344 / LQ 0.2494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— 유도값이 맞는다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c_LS ≈ 0.99, MSE 최소 c_LS = 1.0 (0.0997). “칸끼리 독립” 가정이 성립한다.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— 낮춰야 한다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c_LQ ≈ 0.62, MSE 최소 0.625 (0.1765). 감수성이 충적층을 따라 상관돼 유효 칸 수가 적다.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값을 실제 조건으로 돌려봤다 — 조건 K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스윕은 격자 위의 곡선일 뿐이다. 거기서 읽은 c_LS = 1.0 · c_LQ = 0.62 를 실제 조건으로 한 번 돌려 확인했다. prior에서 학습하는 값은 여전히 0개다.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93268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554480"/>
                <a:gridCol w="1280160"/>
                <a:gridCol w="1280160"/>
                <a:gridCol w="1280160"/>
                <a:gridCol w="1280160"/>
                <a:gridCol w="128016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0.62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0.75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0.43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 = 1.00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c_LS = 1 로 모두 같아서 A · G · I 와 동일하다.  달라지는 것은 LQ 쪽뿐이다.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49834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눈금이 확실히 좋아진다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551383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+0.104(H) → +0.002,  MSE 0.1868(H) → 0.1764.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 모두 편향이 0.007 안에 드는 조건은 K 하나뿐이다.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36208" y="498348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0528" y="516636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스윕이 한 일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551383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G(0.5)와 H(0.75)가 정답을 사이에 두고 더듬고 있었다. 스윕이 그 사이를 촘촘히 훑어 0.62로 좁혔고, K가 그것을 확인했다.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K 를 그림으로 — c 는 순위가 아니라 눈금을 만진다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 ~ 0.75 구간만 확대한 그림이다. 움직이는 값은 c_LQ 하나뿐이고 c_LS = 1.0 · a = 1 · b = 0 은 전부 고정이다. 실제로 브랜치를 만들어 돌린 조건은 G(0.50) · K(0.62) · H(0.75) 셋이고, 나머지 점은 스윕이다.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84832"/>
          <a:ext cx="5394960" cy="26334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754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 이 정답.  가로축 c_LQ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084832"/>
          <a:ext cx="5394960" cy="26334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4754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— 낮을수록 좋음.  기저확률만 답하면 0.2494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084064"/>
            <a:ext cx="5394960" cy="1499616"/>
          </a:xfrm>
          <a:prstGeom prst="roundRect">
            <a:avLst>
              <a:gd name="adj" fmla="val 3659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2669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곡선이 같은 자리를 가리킨다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614416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편향은 0.62 에서 0 을 지나고 MSE도 0.62 ~ 0.625 에서 최소다.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G(0.50)는 −0.106, H(0.75)는 +0.104 — 두 기존 조건이 정답을 사이에 두고 0.1 씩 빗나가 있었다.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084064"/>
            <a:ext cx="5394960" cy="1499616"/>
          </a:xfrm>
          <a:prstGeom prst="roundRect">
            <a:avLst>
              <a:gd name="adj" fmla="val 3659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2669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로는 이 차이가 안 보인다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614416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를 네 배 키워도 자기 prior AUC 폭은 0.023 뿐이다.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구간에서 편향은 0.607 움직인다. c 를 AUC 로 고르면 안 된다.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62025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그림 밖에서는 훨씬 크게 벌어진다 —  A(c = 1.0) 편향 +0.256 · MSE 0.2497,  c = 2.0 에서는 편향 +0.501 · MSE 0.4896.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④의 열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(125행 · 양성률 84.0%)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(418행 · 양성률 18.4%)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1389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48640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016752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48640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그나마 안정적이다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016752"/>
            <a:ext cx="48463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자연+혼재에서도 C가 AUC 0.8812로 1위, 보탠양 −0.008로 가장 작다. 눈금(MSE·편향)이 기준에 훨씬 민감하다.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 바꾸면 prior 자체가 올라간다 — AUC로 보면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모델, 같은 자기 prior 식이다. 정답만 바꿨는데 prior AUC가 0.840 → 0.870으로 오른다. 자연사면 붕괴만 양성으로 세면 USGS 사전모형이 원래 맞히던 것을 제대로 인정받기 때문이다.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26694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125행 · 양성률 84.0%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26694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418행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596128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7790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prior가 오르는 만큼 posterior는 못 따라간다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6126480"/>
            <a:ext cx="10515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prior는 0.840 → 0.870(A 기준)으로 +0.030 오르는데 posterior는 0.855 → 0.854로 제자리다. 그래서 기본에서 +0.015이던 보탠양이 자연+혼재에서는 −0.016으로 부호가 바뀐다. 예외는 C로, prior 0.889 · posterior 0.881 · 보탠양 −0.008 로 양쪽 모두 가장 작게 깎는다.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373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4825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700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④·⑤를 결합하지 않았다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980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A~J는 전부 기본 규칙 125행으로만 채점했다. predictions_*.csv에 418행 전부의 예측이 있으므로 재학습 없이 재채점만 하면 된다.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027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= 1.0, c_LQ ≈ 0.62 를 정식 조건으로 안 돌렸다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13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 격자 위의 점으로만 확인했다. 브랜치를 만들어 정식 조건으로 올려야 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08576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354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681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790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 c_LS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 ≈ 유도값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2026-09-16T18:14:37Z</dcterms:created>
  <dcterms:modified xsi:type="dcterms:W3CDTF">2026-09-16T18:14:37Z</dcterms:modified>
</cp:coreProperties>
</file>